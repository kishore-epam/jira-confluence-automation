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822960" cy="64008"/>
          </a:xfrm>
          <a:prstGeom prst="rect">
            <a:avLst/>
          </a:prstGeom>
          <a:solidFill>
            <a:srgbClr val="D6E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6E27A"/>
                </a:solidFill>
                <a:latin typeface="Aptos"/>
              </a:defRPr>
            </a:pPr>
            <a:r>
              <a:t>WEEKLY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Module 03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529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October 12 -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8978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B9C9C4"/>
                </a:solidFill>
                <a:latin typeface="Aptos"/>
              </a:defRPr>
            </a:pPr>
            <a:r>
              <a:t>Repository activity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B9C9C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E78"/>
                </a:solidFill>
                <a:latin typeface="Aptos"/>
              </a:defRPr>
            </a:pPr>
            <a:r>
              <a:t>WEEKLY STATUS / MODULE03-TASK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83536"/>
                </a:solidFill>
                <a:latin typeface="Aptos"/>
              </a:defRPr>
            </a:pPr>
            <a:r>
              <a:t>Delivery and current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66787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87E78"/>
                </a:solidFill>
                <a:latin typeface="Aptos"/>
              </a:defRPr>
            </a:pPr>
            <a:r>
              <a:t>COMPLETED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53B3A"/>
                </a:solidFill>
                <a:latin typeface="Aptos"/>
              </a:defRPr>
            </a:pPr>
            <a:r>
              <a:t>- No commits found in this reporting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700784"/>
            <a:ext cx="22860" cy="4160520"/>
          </a:xfrm>
          <a:prstGeom prst="rect">
            <a:avLst/>
          </a:prstGeom>
          <a:solidFill>
            <a:srgbClr val="C7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87E78"/>
                </a:solidFill>
                <a:latin typeface="Aptos"/>
              </a:defRPr>
            </a:pPr>
            <a:r>
              <a:t>CURRENT WORKTREE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84831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53B3A"/>
                </a:solidFill>
                <a:latin typeface="Aptos"/>
              </a:defRPr>
            </a:pPr>
            <a:r>
              <a:t>- README.md</a:t>
            </a:r>
          </a:p>
          <a:p>
            <a:pPr>
              <a:spcAft>
                <a:spcPts val="1200"/>
              </a:spcAft>
              <a:defRPr sz="1500">
                <a:solidFill>
                  <a:srgbClr val="253B3A"/>
                </a:solidFill>
                <a:latin typeface="Aptos"/>
              </a:defRPr>
            </a:pPr>
            <a:r>
              <a:t>- main.py</a:t>
            </a:r>
          </a:p>
          <a:p>
            <a:pPr>
              <a:spcAft>
                <a:spcPts val="1200"/>
              </a:spcAft>
              <a:defRPr sz="1500">
                <a:solidFill>
                  <a:srgbClr val="253B3A"/>
                </a:solidFill>
                <a:latin typeface="Aptos"/>
              </a:defRPr>
            </a:pPr>
            <a:r>
              <a:t>- generate_weekly_status.py</a:t>
            </a:r>
          </a:p>
          <a:p>
            <a:pPr>
              <a:spcAft>
                <a:spcPts val="1200"/>
              </a:spcAft>
              <a:defRPr sz="1500">
                <a:solidFill>
                  <a:srgbClr val="253B3A"/>
                </a:solidFill>
                <a:latin typeface="Aptos"/>
              </a:defRPr>
            </a:pPr>
            <a:r>
              <a:t>-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67875"/>
                </a:solidFill>
                <a:latin typeface="Aptos"/>
              </a:defRPr>
            </a:pPr>
            <a:r>
              <a:t>Branch: master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E78"/>
                </a:solidFill>
                <a:latin typeface="Aptos"/>
              </a:defRPr>
            </a:pPr>
            <a:r>
              <a:t>WEEKLY STATUS / MODULE03-TASK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83536"/>
                </a:solidFill>
                <a:latin typeface="Aptos"/>
              </a:defRPr>
            </a:pPr>
            <a:r>
              <a:t>Risks and next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66787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96752"/>
                </a:solidFill>
                <a:latin typeface="Aptos"/>
              </a:defRPr>
            </a:pPr>
            <a:r>
              <a:t>BLOCKERS AND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183536"/>
                </a:solidFill>
                <a:latin typeface="Aptos"/>
              </a:defRPr>
            </a:pPr>
            <a:r>
              <a:t>No blocker or risk information is available in this repository's Git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755648"/>
            <a:ext cx="22860" cy="3200400"/>
          </a:xfrm>
          <a:prstGeom prst="rect">
            <a:avLst/>
          </a:prstGeom>
          <a:solidFill>
            <a:srgbClr val="C7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87E78"/>
                </a:solidFill>
                <a:latin typeface="Aptos"/>
              </a:defRPr>
            </a:pPr>
            <a:r>
              <a:t>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183536"/>
                </a:solidFill>
                <a:latin typeface="Aptos"/>
              </a:defRPr>
            </a:pPr>
            <a:r>
              <a:t>No upcoming priorities are recorded in the repository. Confirm plans with the project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67875"/>
                </a:solidFill>
                <a:latin typeface="Aptos"/>
              </a:defRPr>
            </a:pPr>
            <a:r>
              <a:t>This deck uses Git history and working-tree status only; it does not infer blockers or plans.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E78"/>
                </a:solidFill>
                <a:latin typeface="Aptos"/>
              </a:defRPr>
            </a:pPr>
            <a:r>
              <a:t>WEEKLY STATUS / MODULE03-TASK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83536"/>
                </a:solidFill>
                <a:latin typeface="Aptos"/>
              </a:defRPr>
            </a:pPr>
            <a:r>
              <a:t>Activity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10972800" cy="32004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66787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57400"/>
            <a:ext cx="566928" cy="50292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95728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18353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101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67875"/>
                </a:solidFill>
                <a:latin typeface="Aptos"/>
              </a:defRPr>
            </a:pPr>
            <a:r>
              <a:t>COMMITS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2057400"/>
            <a:ext cx="566928" cy="50292"/>
          </a:xfrm>
          <a:prstGeom prst="rect">
            <a:avLst/>
          </a:prstGeom>
          <a:solidFill>
            <a:srgbClr val="C96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395728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18353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33101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67875"/>
                </a:solidFill>
                <a:latin typeface="Aptos"/>
              </a:defRPr>
            </a:pPr>
            <a:r>
              <a:t>FILES CHANGED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2057400"/>
            <a:ext cx="566928" cy="50292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395728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183536"/>
                </a:solidFill>
                <a:latin typeface="Aptos"/>
              </a:defRPr>
            </a:pPr>
            <a:r>
              <a:t>+0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33101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67875"/>
                </a:solidFill>
                <a:latin typeface="Aptos"/>
              </a:defRPr>
            </a:pPr>
            <a:r>
              <a:t>LINES ADDED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2288" y="2057400"/>
            <a:ext cx="566928" cy="50292"/>
          </a:xfrm>
          <a:prstGeom prst="rect">
            <a:avLst/>
          </a:prstGeom>
          <a:solidFill>
            <a:srgbClr val="C96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2395728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183536"/>
                </a:solidFill>
                <a:latin typeface="Aptos"/>
              </a:defRPr>
            </a:pPr>
            <a:r>
              <a:t>-0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33101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67875"/>
                </a:solidFill>
                <a:latin typeface="Aptos"/>
              </a:defRPr>
            </a:pPr>
            <a:r>
              <a:t>LINES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17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87E78"/>
                </a:solidFill>
                <a:latin typeface="Aptos"/>
              </a:defRPr>
            </a:pPr>
            <a:r>
              <a:t>WORKTREE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01091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1835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1389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53B3A"/>
                </a:solidFill>
                <a:latin typeface="Aptos"/>
              </a:defRPr>
            </a:pPr>
            <a:r>
              <a:t>Branch: master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97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67875"/>
                </a:solidFill>
                <a:latin typeface="Aptos"/>
              </a:defRPr>
            </a:pPr>
            <a:r>
              <a:t>Source period: 2026-10-12 through 2026-10-18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